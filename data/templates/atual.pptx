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9144000" cy="6858000" type="screen4x3"/>
  <p:notesSz cx="6858000" cy="9144000"/>
  <p:embeddedFontLst>
    <p:embeddedFont>
      <p:font typeface="Overlock" panose="020B060402020202020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OFIo+ofzLHly4Nvdh0XxMEg0d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A51221-5BD4-494F-8A6E-3A945F4D5F58}" v="12" dt="2026-04-09T16:15:17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62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44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notesMaster" Target="notesMasters/notesMaster1.xml"/><Relationship Id="rId21" Type="http://schemas.openxmlformats.org/officeDocument/2006/relationships/viewProps" Target="viewProps.xml"/><Relationship Id="rId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24" Type="http://schemas.microsoft.com/office/2016/11/relationships/changesInfo" Target="changesInfos/changesInfo1.xml"/><Relationship Id="rId5" Type="http://schemas.openxmlformats.org/officeDocument/2006/relationships/font" Target="fonts/font1.fntdata"/><Relationship Id="rId23" Type="http://schemas.openxmlformats.org/officeDocument/2006/relationships/tableStyles" Target="tableStyles.xml"/><Relationship Id="rId19" Type="http://customschemas.google.com/relationships/presentationmetadata" Target="metadata"/><Relationship Id="rId4" Type="http://schemas.openxmlformats.org/officeDocument/2006/relationships/handoutMaster" Target="handoutMasters/handout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o Jose de Oliveira" userId="a6941ea4-af04-4fef-8530-94abb86aba20" providerId="ADAL" clId="{10001AF7-9297-48F7-BEA5-C0D543D7B99C}"/>
    <pc:docChg chg="undo custSel mod addSld delSld modSld modMainMaster">
      <pc:chgData name="Adao Jose de Oliveira" userId="a6941ea4-af04-4fef-8530-94abb86aba20" providerId="ADAL" clId="{10001AF7-9297-48F7-BEA5-C0D543D7B99C}" dt="2026-04-09T16:15:17.364" v="149"/>
      <pc:docMkLst>
        <pc:docMk/>
      </pc:docMkLst>
      <pc:sldChg chg="modSp new mod">
        <pc:chgData name="Adao Jose de Oliveira" userId="a6941ea4-af04-4fef-8530-94abb86aba20" providerId="ADAL" clId="{10001AF7-9297-48F7-BEA5-C0D543D7B99C}" dt="2026-04-09T15:37:43.913" v="123" actId="1076"/>
        <pc:sldMkLst>
          <pc:docMk/>
          <pc:sldMk cId="1333609452" sldId="257"/>
        </pc:sldMkLst>
        <pc:spChg chg="mod">
          <ac:chgData name="Adao Jose de Oliveira" userId="a6941ea4-af04-4fef-8530-94abb86aba20" providerId="ADAL" clId="{10001AF7-9297-48F7-BEA5-C0D543D7B99C}" dt="2026-04-09T15:37:43.913" v="123" actId="1076"/>
          <ac:spMkLst>
            <pc:docMk/>
            <pc:sldMk cId="1333609452" sldId="257"/>
            <ac:spMk id="3" creationId="{02CDA118-E0D2-BA3F-1076-D1320ED53648}"/>
          </ac:spMkLst>
        </pc:spChg>
      </pc:sldChg>
      <pc:sldChg chg="new del">
        <pc:chgData name="Adao Jose de Oliveira" userId="a6941ea4-af04-4fef-8530-94abb86aba20" providerId="ADAL" clId="{10001AF7-9297-48F7-BEA5-C0D543D7B99C}" dt="2026-04-09T15:40:41.142" v="129" actId="47"/>
        <pc:sldMkLst>
          <pc:docMk/>
          <pc:sldMk cId="4128202542" sldId="258"/>
        </pc:sldMkLst>
      </pc:sldChg>
      <pc:sldMasterChg chg="addSp delSp modSp mod addSldLayout delSldLayout modSldLayout sldLayoutOrd">
        <pc:chgData name="Adao Jose de Oliveira" userId="a6941ea4-af04-4fef-8530-94abb86aba20" providerId="ADAL" clId="{10001AF7-9297-48F7-BEA5-C0D543D7B99C}" dt="2026-04-09T16:15:17.364" v="149"/>
        <pc:sldMasterMkLst>
          <pc:docMk/>
          <pc:sldMasterMk cId="0" sldId="2147483648"/>
        </pc:sldMasterMkLst>
        <pc:spChg chg="add del">
          <ac:chgData name="Adao Jose de Oliveira" userId="a6941ea4-af04-4fef-8530-94abb86aba20" providerId="ADAL" clId="{10001AF7-9297-48F7-BEA5-C0D543D7B99C}" dt="2026-04-02T14:27:50.228" v="58" actId="478"/>
          <ac:spMkLst>
            <pc:docMk/>
            <pc:sldMasterMk cId="0" sldId="2147483648"/>
            <ac:spMk id="12" creationId="{00000000-0000-0000-0000-000000000000}"/>
          </ac:spMkLst>
        </pc:spChg>
        <pc:spChg chg="add del">
          <ac:chgData name="Adao Jose de Oliveira" userId="a6941ea4-af04-4fef-8530-94abb86aba20" providerId="ADAL" clId="{10001AF7-9297-48F7-BEA5-C0D543D7B99C}" dt="2026-04-02T14:27:50.912" v="59" actId="478"/>
          <ac:spMkLst>
            <pc:docMk/>
            <pc:sldMasterMk cId="0" sldId="2147483648"/>
            <ac:spMk id="13" creationId="{00000000-0000-0000-0000-000000000000}"/>
          </ac:spMkLst>
        </pc:spChg>
        <pc:sldLayoutChg chg="addSp delSp modSp del mod">
          <pc:chgData name="Adao Jose de Oliveira" userId="a6941ea4-af04-4fef-8530-94abb86aba20" providerId="ADAL" clId="{10001AF7-9297-48F7-BEA5-C0D543D7B99C}" dt="2026-04-09T15:40:41.142" v="129" actId="47"/>
          <pc:sldLayoutMkLst>
            <pc:docMk/>
            <pc:sldMasterMk cId="0" sldId="2147483648"/>
            <pc:sldLayoutMk cId="0" sldId="2147483651"/>
          </pc:sldLayoutMkLst>
          <pc:spChg chg="add mod">
            <ac:chgData name="Adao Jose de Oliveira" userId="a6941ea4-af04-4fef-8530-94abb86aba20" providerId="ADAL" clId="{10001AF7-9297-48F7-BEA5-C0D543D7B99C}" dt="2026-04-09T15:38:39.994" v="127" actId="121"/>
            <ac:spMkLst>
              <pc:docMk/>
              <pc:sldMasterMk cId="0" sldId="2147483648"/>
              <pc:sldLayoutMk cId="0" sldId="2147483651"/>
              <ac:spMk id="4" creationId="{929FD8E3-87D2-A3ED-AB45-4314552B290B}"/>
            </ac:spMkLst>
          </pc:spChg>
          <pc:spChg chg="add del mod">
            <ac:chgData name="Adao Jose de Oliveira" userId="a6941ea4-af04-4fef-8530-94abb86aba20" providerId="ADAL" clId="{10001AF7-9297-48F7-BEA5-C0D543D7B99C}" dt="2026-04-09T15:20:58.104" v="76" actId="478"/>
            <ac:spMkLst>
              <pc:docMk/>
              <pc:sldMasterMk cId="0" sldId="2147483648"/>
              <pc:sldLayoutMk cId="0" sldId="2147483651"/>
              <ac:spMk id="4" creationId="{C1C963FC-817E-9027-F6F9-B7276C5BE0EF}"/>
            </ac:spMkLst>
          </pc:spChg>
          <pc:spChg chg="add del mod">
            <ac:chgData name="Adao Jose de Oliveira" userId="a6941ea4-af04-4fef-8530-94abb86aba20" providerId="ADAL" clId="{10001AF7-9297-48F7-BEA5-C0D543D7B99C}" dt="2026-04-09T15:29:02.420" v="120" actId="478"/>
            <ac:spMkLst>
              <pc:docMk/>
              <pc:sldMasterMk cId="0" sldId="2147483648"/>
              <pc:sldLayoutMk cId="0" sldId="2147483651"/>
              <ac:spMk id="5" creationId="{1CA30D25-1062-A234-8522-D8CE1AD7FA89}"/>
            </ac:spMkLst>
          </pc:spChg>
        </pc:sldLayoutChg>
        <pc:sldLayoutChg chg="addSp delSp modSp mod ord">
          <pc:chgData name="Adao Jose de Oliveira" userId="a6941ea4-af04-4fef-8530-94abb86aba20" providerId="ADAL" clId="{10001AF7-9297-48F7-BEA5-C0D543D7B99C}" dt="2026-04-02T14:30:44.642" v="64" actId="114"/>
          <pc:sldLayoutMkLst>
            <pc:docMk/>
            <pc:sldMasterMk cId="0" sldId="2147483648"/>
            <pc:sldLayoutMk cId="0" sldId="2147483652"/>
          </pc:sldLayoutMkLst>
          <pc:spChg chg="add mod">
            <ac:chgData name="Adao Jose de Oliveira" userId="a6941ea4-af04-4fef-8530-94abb86aba20" providerId="ADAL" clId="{10001AF7-9297-48F7-BEA5-C0D543D7B99C}" dt="2026-04-02T14:27:16.981" v="55"/>
            <ac:spMkLst>
              <pc:docMk/>
              <pc:sldMasterMk cId="0" sldId="2147483648"/>
              <pc:sldLayoutMk cId="0" sldId="2147483652"/>
              <ac:spMk id="4" creationId="{2E205452-CAB9-06D1-4E6B-DE52B56EA64A}"/>
            </ac:spMkLst>
          </pc:spChg>
          <pc:spChg chg="add mod">
            <ac:chgData name="Adao Jose de Oliveira" userId="a6941ea4-af04-4fef-8530-94abb86aba20" providerId="ADAL" clId="{10001AF7-9297-48F7-BEA5-C0D543D7B99C}" dt="2026-04-02T14:30:44.642" v="64" actId="114"/>
            <ac:spMkLst>
              <pc:docMk/>
              <pc:sldMasterMk cId="0" sldId="2147483648"/>
              <pc:sldLayoutMk cId="0" sldId="2147483652"/>
              <ac:spMk id="5" creationId="{6E92E805-B5DB-E76D-D1EC-0765F319F4F5}"/>
            </ac:spMkLst>
          </pc:spChg>
        </pc:sldLayoutChg>
        <pc:sldLayoutChg chg="addSp delSp modSp add mod modTransition">
          <pc:chgData name="Adao Jose de Oliveira" userId="a6941ea4-af04-4fef-8530-94abb86aba20" providerId="ADAL" clId="{10001AF7-9297-48F7-BEA5-C0D543D7B99C}" dt="2026-04-09T16:11:44.709" v="136" actId="14100"/>
          <pc:sldLayoutMkLst>
            <pc:docMk/>
            <pc:sldMasterMk cId="0" sldId="2147483648"/>
            <pc:sldLayoutMk cId="1733804538" sldId="2147483653"/>
          </pc:sldLayoutMkLst>
          <pc:spChg chg="del">
            <ac:chgData name="Adao Jose de Oliveira" userId="a6941ea4-af04-4fef-8530-94abb86aba20" providerId="ADAL" clId="{10001AF7-9297-48F7-BEA5-C0D543D7B99C}" dt="2026-04-09T16:11:11.781" v="133"/>
            <ac:spMkLst>
              <pc:docMk/>
              <pc:sldMasterMk cId="0" sldId="2147483648"/>
              <pc:sldLayoutMk cId="1733804538" sldId="2147483653"/>
              <ac:spMk id="2" creationId="{FBA42957-C09F-8B36-6691-78F411E5B82E}"/>
            </ac:spMkLst>
          </pc:spChg>
          <pc:spChg chg="add del mod">
            <ac:chgData name="Adao Jose de Oliveira" userId="a6941ea4-af04-4fef-8530-94abb86aba20" providerId="ADAL" clId="{10001AF7-9297-48F7-BEA5-C0D543D7B99C}" dt="2026-04-09T16:09:29.090" v="131" actId="114"/>
            <ac:spMkLst>
              <pc:docMk/>
              <pc:sldMasterMk cId="0" sldId="2147483648"/>
              <pc:sldLayoutMk cId="1733804538" sldId="2147483653"/>
              <ac:spMk id="3" creationId="{2F29A907-C730-686A-71DB-FD5330E68A7B}"/>
            </ac:spMkLst>
          </pc:spChg>
          <pc:spChg chg="add del mod">
            <ac:chgData name="Adao Jose de Oliveira" userId="a6941ea4-af04-4fef-8530-94abb86aba20" providerId="ADAL" clId="{10001AF7-9297-48F7-BEA5-C0D543D7B99C}" dt="2026-04-09T15:27:39.393" v="97" actId="478"/>
            <ac:spMkLst>
              <pc:docMk/>
              <pc:sldMasterMk cId="0" sldId="2147483648"/>
              <pc:sldLayoutMk cId="1733804538" sldId="2147483653"/>
              <ac:spMk id="4" creationId="{507A776E-79AF-0586-B514-899773CA4942}"/>
            </ac:spMkLst>
          </pc:spChg>
          <pc:spChg chg="add del">
            <ac:chgData name="Adao Jose de Oliveira" userId="a6941ea4-af04-4fef-8530-94abb86aba20" providerId="ADAL" clId="{10001AF7-9297-48F7-BEA5-C0D543D7B99C}" dt="2026-04-09T16:10:50.128" v="132" actId="11529"/>
            <ac:spMkLst>
              <pc:docMk/>
              <pc:sldMasterMk cId="0" sldId="2147483648"/>
              <pc:sldLayoutMk cId="1733804538" sldId="2147483653"/>
              <ac:spMk id="4" creationId="{A40FF15D-0DEE-199F-CB52-AA7B2E623E54}"/>
            </ac:spMkLst>
          </pc:spChg>
          <pc:spChg chg="add mod">
            <ac:chgData name="Adao Jose de Oliveira" userId="a6941ea4-af04-4fef-8530-94abb86aba20" providerId="ADAL" clId="{10001AF7-9297-48F7-BEA5-C0D543D7B99C}" dt="2026-04-09T15:38:31.475" v="126" actId="121"/>
            <ac:spMkLst>
              <pc:docMk/>
              <pc:sldMasterMk cId="0" sldId="2147483648"/>
              <pc:sldLayoutMk cId="1733804538" sldId="2147483653"/>
              <ac:spMk id="5" creationId="{418FAD6B-0587-8470-6420-F41E86131040}"/>
            </ac:spMkLst>
          </pc:spChg>
          <pc:spChg chg="add mod">
            <ac:chgData name="Adao Jose de Oliveira" userId="a6941ea4-af04-4fef-8530-94abb86aba20" providerId="ADAL" clId="{10001AF7-9297-48F7-BEA5-C0D543D7B99C}" dt="2026-04-09T16:10:50.128" v="132" actId="11529"/>
            <ac:spMkLst>
              <pc:docMk/>
              <pc:sldMasterMk cId="0" sldId="2147483648"/>
              <pc:sldLayoutMk cId="1733804538" sldId="2147483653"/>
              <ac:spMk id="6" creationId="{AAB1D71E-E1B4-37D5-CDFF-1EDD1D963BC6}"/>
            </ac:spMkLst>
          </pc:spChg>
          <pc:spChg chg="add mod">
            <ac:chgData name="Adao Jose de Oliveira" userId="a6941ea4-af04-4fef-8530-94abb86aba20" providerId="ADAL" clId="{10001AF7-9297-48F7-BEA5-C0D543D7B99C}" dt="2026-04-09T16:11:12.558" v="134"/>
            <ac:spMkLst>
              <pc:docMk/>
              <pc:sldMasterMk cId="0" sldId="2147483648"/>
              <pc:sldLayoutMk cId="1733804538" sldId="2147483653"/>
              <ac:spMk id="7" creationId="{6826296D-ED17-5D9E-EB4C-6C4A1E779F39}"/>
            </ac:spMkLst>
          </pc:spChg>
          <pc:spChg chg="add del">
            <ac:chgData name="Adao Jose de Oliveira" userId="a6941ea4-af04-4fef-8530-94abb86aba20" providerId="ADAL" clId="{10001AF7-9297-48F7-BEA5-C0D543D7B99C}" dt="2026-04-09T16:11:32.715" v="135" actId="11529"/>
            <ac:spMkLst>
              <pc:docMk/>
              <pc:sldMasterMk cId="0" sldId="2147483648"/>
              <pc:sldLayoutMk cId="1733804538" sldId="2147483653"/>
              <ac:spMk id="8" creationId="{89612740-18B1-333F-49D8-5D91437FA734}"/>
            </ac:spMkLst>
          </pc:spChg>
          <pc:spChg chg="add mod">
            <ac:chgData name="Adao Jose de Oliveira" userId="a6941ea4-af04-4fef-8530-94abb86aba20" providerId="ADAL" clId="{10001AF7-9297-48F7-BEA5-C0D543D7B99C}" dt="2026-04-09T16:11:44.709" v="136" actId="14100"/>
            <ac:spMkLst>
              <pc:docMk/>
              <pc:sldMasterMk cId="0" sldId="2147483648"/>
              <pc:sldLayoutMk cId="1733804538" sldId="2147483653"/>
              <ac:spMk id="9" creationId="{5E5A675C-DD8A-46C8-7228-D742C0679EBA}"/>
            </ac:spMkLst>
          </pc:spChg>
        </pc:sldLayoutChg>
        <pc:sldLayoutChg chg="addSp delSp modSp add mod modTransition">
          <pc:chgData name="Adao Jose de Oliveira" userId="a6941ea4-af04-4fef-8530-94abb86aba20" providerId="ADAL" clId="{10001AF7-9297-48F7-BEA5-C0D543D7B99C}" dt="2026-04-09T16:15:17.364" v="149"/>
          <pc:sldLayoutMkLst>
            <pc:docMk/>
            <pc:sldMasterMk cId="0" sldId="2147483648"/>
            <pc:sldLayoutMk cId="2272150012" sldId="2147483654"/>
          </pc:sldLayoutMkLst>
          <pc:spChg chg="add mod">
            <ac:chgData name="Adao Jose de Oliveira" userId="a6941ea4-af04-4fef-8530-94abb86aba20" providerId="ADAL" clId="{10001AF7-9297-48F7-BEA5-C0D543D7B99C}" dt="2026-04-09T16:15:17.364" v="149"/>
            <ac:spMkLst>
              <pc:docMk/>
              <pc:sldMasterMk cId="0" sldId="2147483648"/>
              <pc:sldLayoutMk cId="2272150012" sldId="2147483654"/>
              <ac:spMk id="4" creationId="{01557C2D-03CD-DF09-BADC-9A00C714BA35}"/>
            </ac:spMkLst>
          </pc:spChg>
          <pc:spChg chg="del">
            <ac:chgData name="Adao Jose de Oliveira" userId="a6941ea4-af04-4fef-8530-94abb86aba20" providerId="ADAL" clId="{10001AF7-9297-48F7-BEA5-C0D543D7B99C}" dt="2026-04-09T16:14:43.643" v="146" actId="478"/>
            <ac:spMkLst>
              <pc:docMk/>
              <pc:sldMasterMk cId="0" sldId="2147483648"/>
              <pc:sldLayoutMk cId="2272150012" sldId="2147483654"/>
              <ac:spMk id="5" creationId="{418FAD6B-0587-8470-6420-F41E86131040}"/>
            </ac:spMkLst>
          </pc:spChg>
        </pc:sldLayoutChg>
        <pc:sldLayoutChg chg="addSp delSp modSp add mod ord modTransition">
          <pc:chgData name="Adao Jose de Oliveira" userId="a6941ea4-af04-4fef-8530-94abb86aba20" providerId="ADAL" clId="{10001AF7-9297-48F7-BEA5-C0D543D7B99C}" dt="2026-04-09T16:15:06.152" v="148" actId="6549"/>
          <pc:sldLayoutMkLst>
            <pc:docMk/>
            <pc:sldMasterMk cId="0" sldId="2147483648"/>
            <pc:sldLayoutMk cId="1886121589" sldId="2147483655"/>
          </pc:sldLayoutMkLst>
          <pc:spChg chg="mod">
            <ac:chgData name="Adao Jose de Oliveira" userId="a6941ea4-af04-4fef-8530-94abb86aba20" providerId="ADAL" clId="{10001AF7-9297-48F7-BEA5-C0D543D7B99C}" dt="2026-04-09T16:12:16.993" v="138" actId="114"/>
            <ac:spMkLst>
              <pc:docMk/>
              <pc:sldMasterMk cId="0" sldId="2147483648"/>
              <pc:sldLayoutMk cId="1886121589" sldId="2147483655"/>
              <ac:spMk id="3" creationId="{2F29A907-C730-686A-71DB-FD5330E68A7B}"/>
            </ac:spMkLst>
          </pc:spChg>
          <pc:spChg chg="add del">
            <ac:chgData name="Adao Jose de Oliveira" userId="a6941ea4-af04-4fef-8530-94abb86aba20" providerId="ADAL" clId="{10001AF7-9297-48F7-BEA5-C0D543D7B99C}" dt="2026-04-09T16:13:09.603" v="141" actId="11529"/>
            <ac:spMkLst>
              <pc:docMk/>
              <pc:sldMasterMk cId="0" sldId="2147483648"/>
              <pc:sldLayoutMk cId="1886121589" sldId="2147483655"/>
              <ac:spMk id="4" creationId="{A1A8BC12-2F26-DC3F-F3AA-67C01625BF9B}"/>
            </ac:spMkLst>
          </pc:spChg>
          <pc:spChg chg="del">
            <ac:chgData name="Adao Jose de Oliveira" userId="a6941ea4-af04-4fef-8530-94abb86aba20" providerId="ADAL" clId="{10001AF7-9297-48F7-BEA5-C0D543D7B99C}" dt="2026-04-09T16:13:00.074" v="140" actId="478"/>
            <ac:spMkLst>
              <pc:docMk/>
              <pc:sldMasterMk cId="0" sldId="2147483648"/>
              <pc:sldLayoutMk cId="1886121589" sldId="2147483655"/>
              <ac:spMk id="5" creationId="{418FAD6B-0587-8470-6420-F41E86131040}"/>
            </ac:spMkLst>
          </pc:spChg>
          <pc:spChg chg="add mod">
            <ac:chgData name="Adao Jose de Oliveira" userId="a6941ea4-af04-4fef-8530-94abb86aba20" providerId="ADAL" clId="{10001AF7-9297-48F7-BEA5-C0D543D7B99C}" dt="2026-04-09T16:15:06.152" v="148" actId="6549"/>
            <ac:spMkLst>
              <pc:docMk/>
              <pc:sldMasterMk cId="0" sldId="2147483648"/>
              <pc:sldLayoutMk cId="1886121589" sldId="2147483655"/>
              <ac:spMk id="6" creationId="{AADD50CD-0F4D-AB2A-740F-E40D2959D4B3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DBB09AC-24B9-6F0A-3F01-2063BA316A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DDE8F60-D61A-CC2D-AA5E-8B2442D6C8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BB663-4E62-4C20-B327-515175DAD1E1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2A4B622-F15E-53A7-18E2-310F4A2F770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68A2A54-E6D5-4566-650B-66ABA455F6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8AB88-E330-4D5B-8324-1EB4C0BD2C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316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uas Partes de Conteúdo" userDrawn="1">
  <p:cSld name="TITULO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;p11">
            <a:extLst>
              <a:ext uri="{FF2B5EF4-FFF2-40B4-BE49-F238E27FC236}">
                <a16:creationId xmlns:a16="http://schemas.microsoft.com/office/drawing/2014/main" id="{2E205452-CAB9-06D1-4E6B-DE52B56EA64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" name="Google Shape;35;p11">
            <a:extLst>
              <a:ext uri="{FF2B5EF4-FFF2-40B4-BE49-F238E27FC236}">
                <a16:creationId xmlns:a16="http://schemas.microsoft.com/office/drawing/2014/main" id="{6E92E805-B5DB-E76D-D1EC-0765F319F4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419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 Rounded"/>
              <a:buNone/>
              <a:defRPr sz="1400" i="1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Rounded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 Rounded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 Rounded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beçalho da Seção" preserve="1" userDrawn="1">
  <p:cSld name="ESTROF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;p12">
            <a:extLst>
              <a:ext uri="{FF2B5EF4-FFF2-40B4-BE49-F238E27FC236}">
                <a16:creationId xmlns:a16="http://schemas.microsoft.com/office/drawing/2014/main" id="{FBA42957-C09F-8B36-6691-78F411E5B8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" name="Google Shape;38;p12">
            <a:extLst>
              <a:ext uri="{FF2B5EF4-FFF2-40B4-BE49-F238E27FC236}">
                <a16:creationId xmlns:a16="http://schemas.microsoft.com/office/drawing/2014/main" id="{2F29A907-C730-686A-71DB-FD5330E68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313" y="549275"/>
            <a:ext cx="8496300" cy="590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i="0">
                <a:solidFill>
                  <a:schemeClr val="bg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AADD50CD-0F4D-AB2A-740F-E40D2959D4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8317" y="6453188"/>
            <a:ext cx="3302433" cy="404812"/>
          </a:xfrm>
        </p:spPr>
        <p:txBody>
          <a:bodyPr/>
          <a:lstStyle>
            <a:lvl1pPr algn="r">
              <a:defRPr sz="1400"/>
            </a:lvl1pPr>
            <a:lvl2pPr algn="r">
              <a:defRPr sz="1400"/>
            </a:lvl2pPr>
            <a:lvl3pPr algn="r">
              <a:defRPr sz="1400"/>
            </a:lvl3pPr>
            <a:lvl4pPr algn="r">
              <a:defRPr sz="1400"/>
            </a:lvl4pPr>
            <a:lvl5pPr algn="r">
              <a:defRPr sz="1400"/>
            </a:lvl5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612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beçalho da Seção" preserve="1" userDrawn="1">
  <p:cSld name="REFRA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;p12">
            <a:extLst>
              <a:ext uri="{FF2B5EF4-FFF2-40B4-BE49-F238E27FC236}">
                <a16:creationId xmlns:a16="http://schemas.microsoft.com/office/drawing/2014/main" id="{FBA42957-C09F-8B36-6691-78F411E5B8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" name="Google Shape;38;p12">
            <a:extLst>
              <a:ext uri="{FF2B5EF4-FFF2-40B4-BE49-F238E27FC236}">
                <a16:creationId xmlns:a16="http://schemas.microsoft.com/office/drawing/2014/main" id="{2F29A907-C730-686A-71DB-FD5330E68A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8313" y="549275"/>
            <a:ext cx="8496300" cy="590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i="1">
                <a:solidFill>
                  <a:schemeClr val="bg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Espaço Reservado para Texto 5">
            <a:extLst>
              <a:ext uri="{FF2B5EF4-FFF2-40B4-BE49-F238E27FC236}">
                <a16:creationId xmlns:a16="http://schemas.microsoft.com/office/drawing/2014/main" id="{01557C2D-03CD-DF09-BADC-9A00C714BA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8317" y="6453188"/>
            <a:ext cx="3302433" cy="404812"/>
          </a:xfrm>
        </p:spPr>
        <p:txBody>
          <a:bodyPr/>
          <a:lstStyle>
            <a:lvl1pPr algn="r">
              <a:defRPr sz="1400"/>
            </a:lvl1pPr>
            <a:lvl2pPr algn="r">
              <a:defRPr sz="1400"/>
            </a:lvl2pPr>
            <a:lvl3pPr algn="r">
              <a:defRPr sz="1400"/>
            </a:lvl3pPr>
            <a:lvl4pPr algn="r">
              <a:defRPr sz="1400"/>
            </a:lvl4pPr>
            <a:lvl5pPr algn="r">
              <a:defRPr sz="1400"/>
            </a:lvl5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215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title"/>
          </p:nvPr>
        </p:nvSpPr>
        <p:spPr>
          <a:xfrm>
            <a:off x="611188" y="-12700"/>
            <a:ext cx="8459787" cy="41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body" idx="1"/>
          </p:nvPr>
        </p:nvSpPr>
        <p:spPr>
          <a:xfrm>
            <a:off x="468313" y="549275"/>
            <a:ext cx="8496300" cy="590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1pPr>
            <a:lvl2pPr marL="914400" marR="0" lvl="1" indent="-4826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–"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2pPr>
            <a:lvl3pPr marL="1371600" marR="0" lvl="2" indent="-4826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•"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3pPr>
            <a:lvl4pPr marL="1828800" marR="0" lvl="3" indent="-4826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–"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4pPr>
            <a:lvl5pPr marL="2286000" marR="0" lvl="4" indent="-4826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 Rounded"/>
              <a:buChar char="»"/>
              <a:defRPr sz="40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5" r:id="rId2"/>
    <p:sldLayoutId id="214748365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4314A-DD95-744B-7B48-ECEF8A0FC7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CDA118-E0D2-BA3F-1076-D1320ED536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360945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Apresentação na tela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Overlock</vt:lpstr>
      <vt:lpstr>Arial Rounded</vt:lpstr>
      <vt:lpstr>Arial</vt:lpstr>
      <vt:lpstr>Design padrão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 Bedeis - Mossoro</dc:creator>
  <cp:lastModifiedBy>Adao Jose de Oliveira</cp:lastModifiedBy>
  <cp:revision>1</cp:revision>
  <dcterms:created xsi:type="dcterms:W3CDTF">2018-03-21T11:10:30Z</dcterms:created>
  <dcterms:modified xsi:type="dcterms:W3CDTF">2026-04-09T16:15:21Z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6006dd2-fbe3-4519-88e6-262e73109866_Enabled">
    <vt:lpwstr>true</vt:lpwstr>
  </property>
  <property fmtid="{D5CDD505-2E9C-101B-9397-08002B2CF9AE}" pid="3" name="MSIP_Label_86006dd2-fbe3-4519-88e6-262e73109866_SetDate">
    <vt:lpwstr>2026-04-02T13:12:46Z</vt:lpwstr>
  </property>
  <property fmtid="{D5CDD505-2E9C-101B-9397-08002B2CF9AE}" pid="4" name="MSIP_Label_86006dd2-fbe3-4519-88e6-262e73109866_Method">
    <vt:lpwstr>Privileged</vt:lpwstr>
  </property>
  <property fmtid="{D5CDD505-2E9C-101B-9397-08002B2CF9AE}" pid="5" name="MSIP_Label_86006dd2-fbe3-4519-88e6-262e73109866_Name">
    <vt:lpwstr>Pública</vt:lpwstr>
  </property>
  <property fmtid="{D5CDD505-2E9C-101B-9397-08002B2CF9AE}" pid="6" name="MSIP_Label_86006dd2-fbe3-4519-88e6-262e73109866_SiteId">
    <vt:lpwstr>46f6a780-86e1-4570-9459-bb97b7d99f9d</vt:lpwstr>
  </property>
  <property fmtid="{D5CDD505-2E9C-101B-9397-08002B2CF9AE}" pid="7" name="MSIP_Label_86006dd2-fbe3-4519-88e6-262e73109866_ActionId">
    <vt:lpwstr>bc7d9ab6-4114-427a-b0fc-2be1aea38519</vt:lpwstr>
  </property>
  <property fmtid="{D5CDD505-2E9C-101B-9397-08002B2CF9AE}" pid="8" name="MSIP_Label_86006dd2-fbe3-4519-88e6-262e73109866_ContentBits">
    <vt:lpwstr>2</vt:lpwstr>
  </property>
  <property fmtid="{D5CDD505-2E9C-101B-9397-08002B2CF9AE}" pid="9" name="MSIP_Label_86006dd2-fbe3-4519-88e6-262e73109866_Tag">
    <vt:lpwstr>10, 0, 1, 1</vt:lpwstr>
  </property>
  <property fmtid="{D5CDD505-2E9C-101B-9397-08002B2CF9AE}" pid="10" name="ClassificationContentMarkingFooterLocations">
    <vt:lpwstr>Design padrão:3</vt:lpwstr>
  </property>
  <property fmtid="{D5CDD505-2E9C-101B-9397-08002B2CF9AE}" pid="11" name="ClassificationContentMarkingFooterText">
    <vt:lpwstr>PÚBLICA</vt:lpwstr>
  </property>
</Properties>
</file>