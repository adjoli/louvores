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CCE63-E691-4DEC-BE6E-6CCE38177D7E}" v="2" dt="2026-03-30T18:40:53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4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o Jose de Oliveira" userId="a6941ea4-af04-4fef-8530-94abb86aba20" providerId="ADAL" clId="{10001AF7-9297-48F7-BEA5-C0D543D7B99C}"/>
    <pc:docChg chg="mod modSld modMainMaster">
      <pc:chgData name="Adao Jose de Oliveira" userId="a6941ea4-af04-4fef-8530-94abb86aba20" providerId="ADAL" clId="{10001AF7-9297-48F7-BEA5-C0D543D7B99C}" dt="2026-03-30T18:40:50.977" v="2"/>
      <pc:docMkLst>
        <pc:docMk/>
      </pc:docMkLst>
      <pc:sldChg chg="modSp">
        <pc:chgData name="Adao Jose de Oliveira" userId="a6941ea4-af04-4fef-8530-94abb86aba20" providerId="ADAL" clId="{10001AF7-9297-48F7-BEA5-C0D543D7B99C}" dt="2026-03-30T18:40:50.977" v="2"/>
        <pc:sldMkLst>
          <pc:docMk/>
          <pc:sldMk cId="0" sldId="257"/>
        </pc:sldMkLst>
        <pc:spChg chg="mod">
          <ac:chgData name="Adao Jose de Oliveira" userId="a6941ea4-af04-4fef-8530-94abb86aba20" providerId="ADAL" clId="{10001AF7-9297-48F7-BEA5-C0D543D7B99C}" dt="2026-03-30T18:40:50.977" v="2"/>
          <ac:spMkLst>
            <pc:docMk/>
            <pc:sldMk cId="0" sldId="257"/>
            <ac:spMk id="3" creationId="{00000000-0000-0000-0000-000000000000}"/>
          </ac:spMkLst>
        </pc:spChg>
      </pc:sldChg>
      <pc:sldMasterChg chg="addSp mod">
        <pc:chgData name="Adao Jose de Oliveira" userId="a6941ea4-af04-4fef-8530-94abb86aba20" providerId="ADAL" clId="{10001AF7-9297-48F7-BEA5-C0D543D7B99C}" dt="2026-03-30T18:40:39.352" v="0" actId="33475"/>
        <pc:sldMasterMkLst>
          <pc:docMk/>
          <pc:sldMasterMk cId="2209977519" sldId="2147483648"/>
        </pc:sldMasterMkLst>
        <pc:spChg chg="add">
          <ac:chgData name="Adao Jose de Oliveira" userId="a6941ea4-af04-4fef-8530-94abb86aba20" providerId="ADAL" clId="{10001AF7-9297-48F7-BEA5-C0D543D7B99C}" dt="2026-03-30T18:40:39.352" v="0" actId="33475"/>
          <ac:spMkLst>
            <pc:docMk/>
            <pc:sldMasterMk cId="2209977519" sldId="2147483648"/>
            <ac:spMk id="8" creationId="{B1EA22A0-DFF3-3583-8881-D248D9CFA0AE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EA22A0-DFF3-3583-8881-D248D9CFA0A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27513" y="6626860"/>
            <a:ext cx="735012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100">
                <a:solidFill>
                  <a:srgbClr val="737373">
                    <a:alpha val="50000"/>
                  </a:srgbClr>
                </a:solidFill>
                <a:latin typeface="Arial Black" panose="020B0A040201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Adao Jose de Oliveira</cp:lastModifiedBy>
  <cp:revision>1</cp:revision>
  <dcterms:created xsi:type="dcterms:W3CDTF">2013-01-27T09:14:16Z</dcterms:created>
  <dcterms:modified xsi:type="dcterms:W3CDTF">2026-03-30T18:41:02Z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6006dd2-fbe3-4519-88e6-262e73109866_Enabled">
    <vt:lpwstr>true</vt:lpwstr>
  </property>
  <property fmtid="{D5CDD505-2E9C-101B-9397-08002B2CF9AE}" pid="3" name="MSIP_Label_86006dd2-fbe3-4519-88e6-262e73109866_SetDate">
    <vt:lpwstr>2026-03-30T18:40:39Z</vt:lpwstr>
  </property>
  <property fmtid="{D5CDD505-2E9C-101B-9397-08002B2CF9AE}" pid="4" name="MSIP_Label_86006dd2-fbe3-4519-88e6-262e73109866_Method">
    <vt:lpwstr>Privileged</vt:lpwstr>
  </property>
  <property fmtid="{D5CDD505-2E9C-101B-9397-08002B2CF9AE}" pid="5" name="MSIP_Label_86006dd2-fbe3-4519-88e6-262e73109866_Name">
    <vt:lpwstr>Pública</vt:lpwstr>
  </property>
  <property fmtid="{D5CDD505-2E9C-101B-9397-08002B2CF9AE}" pid="6" name="MSIP_Label_86006dd2-fbe3-4519-88e6-262e73109866_SiteId">
    <vt:lpwstr>46f6a780-86e1-4570-9459-bb97b7d99f9d</vt:lpwstr>
  </property>
  <property fmtid="{D5CDD505-2E9C-101B-9397-08002B2CF9AE}" pid="7" name="MSIP_Label_86006dd2-fbe3-4519-88e6-262e73109866_ActionId">
    <vt:lpwstr>d4e827f9-b356-4692-9927-db140916195c</vt:lpwstr>
  </property>
  <property fmtid="{D5CDD505-2E9C-101B-9397-08002B2CF9AE}" pid="8" name="MSIP_Label_86006dd2-fbe3-4519-88e6-262e73109866_ContentBits">
    <vt:lpwstr>2</vt:lpwstr>
  </property>
  <property fmtid="{D5CDD505-2E9C-101B-9397-08002B2CF9AE}" pid="9" name="MSIP_Label_86006dd2-fbe3-4519-88e6-262e73109866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PÚBLICA</vt:lpwstr>
  </property>
</Properties>
</file>